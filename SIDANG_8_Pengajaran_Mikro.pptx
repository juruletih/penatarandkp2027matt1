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PENATARAN KURIKULUM PERSEKOLAHAN 2027  •  SIDANG 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 Cipta Pembelajaran Bermakna: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Memacu PdP Berimpak Melalui Pengajaran Mikro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219456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673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“Daripada Perancangan kepada Aksi — Membina Keyakinan Melalui Amali”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 Pembelajaran Berstrategi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0" name="Image 0" descr="/home/claude/shared_icons/icon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962449"/>
            <a:ext cx="362102" cy="3621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4956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(5–10 minit)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Perkongsian Peringkat Sekolah  |  Disintesis daripada Slaid Rasmi BPK &amp; Dokumen Kurikulum Matematik T1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PEMBELAJARAN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Pada Akhir Sidang Ini, Guru Dapat...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632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1256" y="24140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Merancang Pengajaran Mikro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4023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pengajaran mikro dengan objektif pembelajaran yang jelas selaras dengan dokumen kurikulum.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4652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964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241401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2084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Reka Bentuk Aktiviti Bermakna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4023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bentuk satu aktiviti PdP bermakna yang mengintegrasikan pendekatan pembelajaran yang bersesuaian.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8, m/s 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Apakah Pengajaran Mikro?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MAKSUD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299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singkat 5 ke 10 minit dalam kumpulan kecil.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7180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9" name="Image 0" descr="/home/claude/shared_icon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3061411"/>
            <a:ext cx="460858" cy="46085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3081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Ciri-ciri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88620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Berfokus pada kemahiran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Kumpulan kecil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 balas segera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69748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97180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4" name="Image 1" descr="/home/claude/shared_icon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851" y="3061411"/>
            <a:ext cx="460858" cy="46085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69480" y="3081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88620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keyakinan guru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Mencuba strategi pengajaran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budaya refleksi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8, m/s 3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PERANCANGAN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Merancang Pelaksanaan Pengajaran Mikro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4592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standard pembelajaran yang ingin diajar daripada topik yang telah ditetapkan.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23160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pelaksanaan pengajaran mikro — perancangan meliputi 4 komponen berikut: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B705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0" descr="/home/claude/shared_icons/icon_scro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91" y="3792931"/>
            <a:ext cx="460858" cy="46085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5800" y="4617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PdP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3429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67E22"/>
          </a:solidFill>
          <a:ln/>
        </p:spPr>
      </p:sp>
      <p:sp>
        <p:nvSpPr>
          <p:cNvPr id="17" name="Shape 14"/>
          <p:cNvSpPr/>
          <p:nvPr/>
        </p:nvSpPr>
        <p:spPr>
          <a:xfrm>
            <a:off x="4434840" y="3703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shared_icon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51" y="3792931"/>
            <a:ext cx="460858" cy="46085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66160" y="4617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PdP / Strategi / Pendekatan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309360" y="3429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2B705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shared_icons/icon_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11" y="3792931"/>
            <a:ext cx="460858" cy="46085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446520" y="4617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 Bantu Mengajar (ABM)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9189720" y="34290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67E22"/>
          </a:solidFill>
          <a:ln/>
        </p:spPr>
      </p:sp>
      <p:sp>
        <p:nvSpPr>
          <p:cNvPr id="25" name="Shape 20"/>
          <p:cNvSpPr/>
          <p:nvPr/>
        </p:nvSpPr>
        <p:spPr>
          <a:xfrm>
            <a:off x="10195560" y="37033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/home/claude/shared_icons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171" y="3792931"/>
            <a:ext cx="460858" cy="46085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326880" y="4617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 Pembentukan Karakter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Elemen Pembentukan Karakter merentas balik kepada 4 Teras Karakter Insan Sejahtera (rujuk Sidang 2).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8, m/s 5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MUDAH DIFAHAMI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RPH Pengajaran Mikro Sebenar (1/2)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Cadangan Langkah Pengajaran Mikro — Bengkel Penataran Kurikulum Persekolahan Matematik Tingkatan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Tajuk: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2286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Nombor Nyata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Kandungan: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7889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Nombor Nisbah dan Nombor Tak Nisbah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Pembelajaran: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2918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1.1.1 Mengenal nombor nisbah dan nombor tak nisbah sebagai nombor nyata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10607040" cy="0"/>
          </a:xfrm>
          <a:prstGeom prst="line">
            <a:avLst/>
          </a:prstGeom>
          <a:noFill/>
          <a:ln w="12700">
            <a:solidFill>
              <a:srgbClr val="E7EA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Libatkan contoh nombor nisbah, iaitu nombor bulat, integer, pecahan dan perpuluhan (termasuk perpuluhan berulang dan perpuluhan tak berulang).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Suatu bentuk persembahan visual bagi menghubung kait nombor nisbah dan nombor tak nisbah dalam gambar rajah Venn boleh digunakan.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Contoh sebenar Slaid Sidang 8, m/s 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MUDAH DIFAHAMI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RPH Mikro: Aktiviti Berbeza Aras (2/2)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1: Klasifikasi Nombor (15 minit) — Peta Pokok “Nombor Nyata”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KUMPULAN ARAS RENDAH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satu peta pokok siap (rangka) berserta set kad nombor.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Melengkapkan peta pokok dengan meletakkan kad nombor pada cabang yang betul.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nombor diberi: −0.4, 37, 42.2, 9, 26.5, −8.5, −83, 3.142857...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Scaffolding — murid mengenal pasti kategori sedia ada.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KUMPULAN ARAS TINGGI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803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kertas nombor kosong yang perlu DIGUNTING sendiri.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dan melengkapkan peta pokok sendiri daripada set nombor yang sama.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976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menyemak kemajuan &amp; memulakan perbincangan; murid membentangkan hasil kerja.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029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Aplikasi lebih mencabar — murid membina struktur sendiri.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2B70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9436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Karakter Diselitkan: murid “bersedia menerangkan jawapan mereka dengan BERANI” — Berupaya Memimpin (rujuk Sidang 2).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Contoh sebenar Slaid Sidang 8, m/s 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PERANCANGAN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Melaksana &amp; Mendokumentasikan Pengajaran Mikro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8820" y="1965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Agihan Tugas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Mengagihkan tugas sesama ahli kumpulan bagi membuat persediaan pengajaran sebelum memulakan pengajaran mikro.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050792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3580" y="1965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/home/claude/shared_icon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20555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Laksana &amp; Rakam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Melaksanakan pengajaran mikro dan membuat rakaman video pengajaran tersebut.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306324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78340" y="19659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2" descr="/home/claude/shared_icons/icon_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2055571"/>
            <a:ext cx="460858" cy="46085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75320" y="2788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Suntingan Akhir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3375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suntingan akhir bagi video pengajaran mikro kumpulan masing-masing.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Hantar rakaman video &amp; catatan RPH melalui saluran yang ditetapkan (cth. Google Classroom) mengikut tempoh masa yang dipersetujui.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B7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Penamaan Fail: KUMPULAN_TOPIK (huruf besar) — cth. KUMPULAN2_NOMBORNYATA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8, m/s 8–9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PEMBANGUN MODUL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Adaptasi Pengajaran Mikro untuk PLC Sekolah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pengajaran mikro yang digunakan semasa bengkel JU boleh disesuaikan sebagai aktiviti Professional Learning Community (PLC) tetap di peringkat panitia sekolah.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2741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4747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Kumpulan Kecil Panitia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2062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guru sekumpulan memilih satu SP untuk didemonstrasikan secara bergilir dalam sesi PLC bulanan.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2" name="Image 1" descr="/home/claude/shared_icons/icon_vid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27413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80560" y="34747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Rakam &amp; Simpan sebagai Bank Video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2062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Rakaman PdP berimpak tinggi dikumpul menjadi rujukan dalaman panitia untuk guru baharu/ganti.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23774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9578340" y="265176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7" name="Image 2" descr="/home/claude/shared_icons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27413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4747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Maklum Balas Segera &amp; Membina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2062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refleksi rakan sekerja — bukan penilaian formal — untuk membina budaya percaya &amp; terbuka.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Adaptasi proses rasmi Slaid Sidang 8 m/s 8–9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PENTING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yang Guru WAJIB Faham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7452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73736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TERHAD kepada 5–10 minit sahaja — fokus pada SATU kemahiran, bukan keseluruhan topik.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9" name="Shape 6"/>
          <p:cNvSpPr/>
          <p:nvPr/>
        </p:nvSpPr>
        <p:spPr>
          <a:xfrm>
            <a:off x="6428232" y="187452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385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3448" y="173736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wajib merangkumi 4 komponen: Catatan PdP, Aktiviti/Strategi, ABM, dan Elemen Pembentukan Karakter.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18211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341071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4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747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3273552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 Pembentukan Karakter dalam RPH mikro perlu dikaitkan terus dengan 4 Teras Karakter Insan Sejahtera (Sidang 2).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63640" y="318211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8232" y="341071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8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47472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3448" y="3273552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Aktiviti berbeza aras (differentiated instruction) digalakkan — kumpulan Aras Rendah &amp; Aras Tinggi boleh diberi tugasan berbeza tahap kesukaran untuk SP yang sama.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71830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2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1091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4809744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utama pengajaran mikro ialah membina keyakinan &amp; budaya refleksi guru — bukan penilaian formal/berisiko tinggi.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[BPK] Slaid Sidang 8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KESILAPAN PERLU DIELAKKAN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Salah Faham Lazim dalam Pelaksanaan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6" name="Image 0" descr="/home/claude/shared_icon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777594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27632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Cuba memuatkan keseluruhan topik dalam 5–10 minit</a:t>
            </a:r>
            <a:endParaRPr lang="en-US" sz="113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7510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fokus SATU kemahiran spesifik sahaja — bukan liputan menyeluruh.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2642616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1" name="Image 1" descr="/home/claude/shared_icons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7194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569464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Mengabaikan Elemen Pembentukan Karakter dalam perancangan</a:t>
            </a:r>
            <a:endParaRPr lang="en-US" sz="113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9169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komponen WAJIB, bukan tambahan pilihan, dalam 4 perkara perancangan.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48640" y="343814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584448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16" name="Image 2" descr="/home/claude/shared_icons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66125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511296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Memberi tugasan sama rata tanpa mengambil kira aras murid</a:t>
            </a:r>
            <a:endParaRPr lang="en-US" sz="113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85876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rasmi menunjukkan differentiated instruction (peta pokok siap vs bina sendiri) untuk SP yang sama.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43799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526280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1" name="Image 3" descr="/home/claude/shared_icons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6030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453128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Menjadikan sesi rakaman sebagai penilaian berisiko tinggi/menghukum</a:t>
            </a:r>
            <a:endParaRPr lang="en-US" sz="1130" dirty="0"/>
          </a:p>
        </p:txBody>
      </p:sp>
      <p:sp>
        <p:nvSpPr>
          <p:cNvPr id="23" name="Text 17"/>
          <p:cNvSpPr txBox="1"/>
          <p:nvPr/>
        </p:nvSpPr>
        <p:spPr>
          <a:xfrm>
            <a:off x="1417320" y="4800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sebenar ialah membina keyakinan &amp; budaya refleksi — bukan menilai secara formal.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4944" y="5468112"/>
            <a:ext cx="548640" cy="548640"/>
          </a:xfrm>
          <a:prstGeom prst="ellipse">
            <a:avLst/>
          </a:prstGeom>
          <a:solidFill>
            <a:srgbClr val="E0435A"/>
          </a:solidFill>
          <a:ln/>
        </p:spPr>
      </p:sp>
      <p:pic>
        <p:nvPicPr>
          <p:cNvPr id="26" name="Image 4" descr="/home/claude/shared_icons/icon_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544922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394960"/>
            <a:ext cx="9966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Tidak memberi ruang murid membentangkan/menerangkan hasil kerja</a:t>
            </a:r>
            <a:endParaRPr lang="en-US" sz="113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57424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rasmi menekankan murid “bersedia menerangkan jawapan dengan berani”.</a:t>
            </a:r>
            <a:endParaRPr lang="en-US" sz="98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Berdasarkan Slaid Rasmi Sidang 8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Implikasi kepada Guru dan Murid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bookR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9184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GURU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berlatih memampatkan objektif PdP kepada fokus tunggal dalam masa terhad.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sediakan bahan berbeza aras (differentiated ABM) untuk kumpulan berlainan tahap.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selesa direkod &amp; menerima maklum balas rakan sekerja secara terbuka.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kaitkan setiap aktiviti PdP dengan sekurang-kurangnya satu Elemen Pembentukan Karakter.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11" name="Image 1" descr="/home/claude/shared_icons/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131" y="19184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KEPADA MURID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6888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tugasan yang sepadan dengan tahap penguasaan sedia ada (scaffolding vs cabaran).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Berpeluang membina keyakinan membentangkan hasil kerja di hadapan rakan.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 maklum balas segera daripada guru dalam kumpulan kecil.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Terlibat aktif membina kefahaman (bukan sekadar menerima maklumat pasif).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Sidang 8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AMALAN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Keutamaan Pelaksanaan di Sekolah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E043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Jadikan Pengajaran Mikro Amalan PLC Tetap Panitia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468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bulanan 2–4 guru bergilir demonstrasi 1 SP — bina budaya refleksi &amp; percaya berterusan.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8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11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Sediakan ABM Berbeza Aras untuk Setiap Demonstrasi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77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 contoh rasmi: peta pokok siap (scaffolding) vs bina sendiri (cabaran) bagi SP sama.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937760"/>
            <a:ext cx="914400" cy="9144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37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SOKONGAN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5120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 Bank Video Rujukan Dalaman Panitia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5486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rakaman PdP berimpak tinggi untuk rujukan guru baharu atau guru ganti.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Berdasarkan Slaid Sidang 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PERBINCANGAN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Bengkel: Reka RPH Mikro Anda Sendiri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476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82880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SATU Standard Pembelajaran daripada tajuk pilihan anda (rujuk Sidang 3–7).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8775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SP jelas dan boleh diajar dalam 5–10 minit.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5643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56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3375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aktiviti PdP dengan 4 komponen: Catatan PdP, Strategi/Pendekatan, ABM, dan Elemen Karakter.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09651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sertakan versi berbeza aras (Aras Rendah vs Aras Tinggi) seperti contoh Slaid 6.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41A4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65192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8463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Bentangkan (atau amalkan) pengajaran mikro anda kepada rakan panitia dan minta maklum balas.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60527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refleksi: apa yang berjaya, apa yang boleh dipertingkatkan.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Aktiviti berdasarkan struktur Slaid Sidang 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RINGKAS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Soalan Lazim Guru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hared_icons/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0034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83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Bolehkah pengajaran mikro melebihi 10 minit jika topik kompleks?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94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Sebaiknya tidak. Jika SP terlalu luas, pecahkan kepada sub-kemahiran yang lebih kecil dahulu.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0906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hared_icons/icon_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" y="3173882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Adakah rakaman video wajib dalam setiap sesi pengajaran mikro?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Rakaman amat digalakkan untuk refleksi kendiri &amp; panitia, tetapi boleh diadaptasi mengikut keperluan sekolah.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261104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hared_icons/icon_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434431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123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Bagaimana menentukan aktiviti mana untuk Aras Rendah vs Aras Tinggi?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53542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Aras Rendah: sediakan rangka/scaffolding. Aras Tinggi: minta murid bina struktur sendiri daripada set data sama.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431536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hared_icons/icon_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" y="551474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2943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Perlukah setiap ahli kumpulan mengajar dalam sesi pengajaran mikro?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57058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Digalakkan agihan tugas jelas — sekurang-kurangnya semua ahli terlibat dalam perancangan &amp; persediaan.</a:t>
            </a:r>
            <a:endParaRPr lang="en-US" sz="108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Ramalan Q&amp;A berdasarkan Slaid Sidang 8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Sidang 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6" name="Image 0" descr="/home/claude/shared_icon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159813"/>
            <a:ext cx="526694" cy="5266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5–10 minit, fokus kemahiran, kumpulan kecil, maklum balas segera.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1" name="Image 1" descr="/home/claude/shared_icons/icon_scro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33" y="2159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Perancangan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komponen: Catatan PdP, Aktiviti/Strategi, ABM, Elemen Karakter.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2" descr="/home/claude/shared_icon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893" y="2159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Pelaksanaan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Agih tugas → laksana &amp; rakam → sunting → dokumentasi.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984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3" descr="/home/claude/shared_icons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253" y="2159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 Tambah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4290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instruction (aras rendah/tinggi) + kaitan Elemen Karakter.</a:t>
            </a:r>
            <a:endParaRPr lang="en-US" sz="103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 membina jambatan antara pengetahuan kurikulum dan kepercayaan diri guru di bilik darjah sebenar.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[SINTESIS] Slaid BPK Sidang 8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GURU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Perlu Dibuat Selepas Sidang Ini?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9164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SATU SP daripada tajuk yang telah dipelajari (Sidang 3–7) untuk didemonstrasikan.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441448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RPH mikro lengkap dengan 4 komponen: Catatan PdP, Aktiviti, ABM, Elemen Karakter.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3832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191256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versi aktiviti berbeza aras (Aras Rendah &amp; Aras Tinggi) untuk SP yang dipilih.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13308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41064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Cadangkan kepada Ketua Panitia untuk jadikan pengajaran mikro sebagai amalan PLC bulanan.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8828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4690872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rakam SATU sesi pengajaran mikro sendiri untuk refleksi kendiri.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5F7FC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5440680"/>
            <a:ext cx="10195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Kongsikan bahan ini kepada rakan sekolah yang tidak dapat hadir sidang asal.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[CADANGAN PEMBANGUN MODUL] Senarai semak tindakan susulan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Sidang 8  |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Perkara Wajib Dibawa Pulang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7" name="Image 0" descr="/home/claude/shared_icons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Pengajaran Mikro: 5–10 minit, SATU kemahiran, kumpulan kecil, maklum balas segera.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0" name="Image 1" descr="/home/claude/shared_icon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6426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komponen perancangan wajib: Catatan PdP, Aktiviti/Strategi, ABM, Elemen Karakter.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3" name="Image 2" descr="/home/claude/shared_icon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4670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0098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instruction (aras rendah/tinggi) digalakkan untuk SP yang sama.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6" name="Image 3" descr="/home/claude/shared_icon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050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utama: membina keyakinan guru &amp; budaya refleksi — bukan penilaian berisiko.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822960" y="4599432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19" name="Image 4" descr="/home/claude/shared_icon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63440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617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diadaptasi sebagai amalan PLC panitia tetap di peringkat sekolah.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9050">
            <a:solidFill>
              <a:srgbClr val="141A45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Bahagian Pembangunan Kurikulum (BPK)  |  bpk.moe.gov.my  |  #kurikulumkita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disintesis daripada Slaid Rasmi BPK Sidang 8 &amp; Dokumen Kurikulum Matematik. Tiada analisis rakaman bengkel berasingan tersedia untuk sidang ini. Perkara bertanda [CADANGAN PEMBANGUN MODUL] ialah cadangan penyampai, bukan arahan rasmi KPM.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2026-09-15T10:02:46Z</dcterms:created>
  <dcterms:modified xsi:type="dcterms:W3CDTF">2026-09-15T10:02:46Z</dcterms:modified>
</cp:coreProperties>
</file>